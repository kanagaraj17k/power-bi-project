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notesMasterIdLst>
    <p:notesMasterId r:id="rId12"/>
  </p:notesMasterIdLst>
  <p:sldIdLst>
    <p:sldId id="256" r:id="rId2"/>
    <p:sldId id="26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76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81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573CD-1BC4-411B-A231-B9247D9BF6B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6C189-24F9-4E26-BA97-7B3791043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31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95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34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988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9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34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6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1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2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4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78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585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610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81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42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68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13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675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578100"/>
            <a:ext cx="6743700" cy="1650999"/>
          </a:xfrm>
        </p:spPr>
        <p:txBody>
          <a:bodyPr anchor="ctr">
            <a:noAutofit/>
          </a:bodyPr>
          <a:lstStyle/>
          <a:p>
            <a:pPr algn="ctr"/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Automobile Sales Dashboard (2010–2024)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229099"/>
            <a:ext cx="9143999" cy="2755901"/>
          </a:xfrm>
        </p:spPr>
        <p:txBody>
          <a:bodyPr>
            <a:normAutofit/>
          </a:bodyPr>
          <a:lstStyle/>
          <a:p>
            <a:pPr algn="ctr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using Power BI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-presented by, 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Kanagaraj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.k                                                                                                                         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6B62-4C22-4E73-A2AB-6D9F3AB2C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73" y="753228"/>
            <a:ext cx="7251700" cy="108093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Power BI?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77031-BF68-41F0-8260-A59606648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2222500"/>
            <a:ext cx="7251700" cy="4419599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is a business intelligence and data visualization tool developed by Microsoft. It helps people turn raw data into meaningful insights through interactive dashboards and reports.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connects to different data sources like excel, SQL, and cloud services, allowing users to analyze and visualize data easily.</a:t>
            </a:r>
          </a:p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simple words, power bi helps you understand your data better and make informed decisions.</a:t>
            </a:r>
          </a:p>
        </p:txBody>
      </p:sp>
    </p:spTree>
    <p:extLst>
      <p:ext uri="{BB962C8B-B14F-4D97-AF65-F5344CB8AC3E}">
        <p14:creationId xmlns:p14="http://schemas.microsoft.com/office/powerpoint/2010/main" val="2801144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1850-25A1-42CC-9C5B-D11FD1559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753228"/>
            <a:ext cx="7429500" cy="108093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– Key Features &amp;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0A98B-604C-4201-85B2-A2B425C18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2070100"/>
            <a:ext cx="7429500" cy="4597399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key features of power BI tool: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connectivity – connects to multiple sources like excel, SQL, web, and cloud.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 – transform and prepare data using power query.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Visualizations – create beautiful and interactive charts, graphs, and maps.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Dax functions – perform advanced calculations and data modeling.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service – share and collaborate through online dashboards.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security – ensures privacy with role-based access control.</a:t>
            </a:r>
          </a:p>
        </p:txBody>
      </p:sp>
    </p:spTree>
    <p:extLst>
      <p:ext uri="{BB962C8B-B14F-4D97-AF65-F5344CB8AC3E}">
        <p14:creationId xmlns:p14="http://schemas.microsoft.com/office/powerpoint/2010/main" val="1331650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677" y="753228"/>
            <a:ext cx="7287496" cy="1080938"/>
          </a:xfrm>
        </p:spPr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6887389" cy="393731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Goal: Analyze automobile sales performance using Power BI.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Tool: Microsoft Power BI for modeling, and visualization.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Focus: Brand, Model, Year, Fuel Type, Region, and Revenue insights.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Outcome: Identify sales trends and top-performing brands.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39" y="2405575"/>
            <a:ext cx="7431262" cy="4033325"/>
          </a:xfrm>
        </p:spPr>
        <p:txBody>
          <a:bodyPr>
            <a:normAutofit/>
          </a:bodyPr>
          <a:lstStyle/>
          <a:p>
            <a:pPr marL="1371600" lvl="3" indent="0">
              <a:lnSpc>
                <a:spcPct val="110000"/>
              </a:lnSpc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Sales_id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brand,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model_type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year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Fuel_type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transmission, color, region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Units_sold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revenue_usd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selling price per unit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Manufacture price per unit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Customer_rating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dealer_id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warranty_years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0F3269-E5BA-46DA-8B49-4391E2D04169}"/>
              </a:ext>
            </a:extLst>
          </p:cNvPr>
          <p:cNvSpPr txBox="1"/>
          <p:nvPr/>
        </p:nvSpPr>
        <p:spPr>
          <a:xfrm>
            <a:off x="381000" y="2132924"/>
            <a:ext cx="5362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 used: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609" y="753228"/>
            <a:ext cx="7301564" cy="1080938"/>
          </a:xfrm>
        </p:spPr>
        <p:txBody>
          <a:bodyPr/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7077222" cy="39232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visuals for Revenue, Units Sold, and Profit.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Filters for Year, Region, and Brand.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Charts: Bar, Pie, and Line visuals for easy understanding.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identify top brands, customer preferences, and sales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609" y="753228"/>
            <a:ext cx="7301564" cy="1080938"/>
          </a:xfrm>
        </p:spPr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6887389" cy="390918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revenue: $62B | total units sold: 1.39m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Hyundai, ford, and Nissan are top-performing brands.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cars dominate sales.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West region shows slightly higher sales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74" y="753228"/>
            <a:ext cx="7329699" cy="1080938"/>
          </a:xfrm>
        </p:spPr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and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22694"/>
            <a:ext cx="7434775" cy="41218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Sedans and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suv’s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most popular models.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Growing demand for hybrid and electric vehicles.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increased from 2010–2020 with minor dips.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ratings are higher for models with longer warranty.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2"/>
            <a:ext cx="6887389" cy="416240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Focus marketing on SUV and hybrid models.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Expand dealer network in low-performing regions.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Improve customer service and warranty programs.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Use power bi regularly for real-time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5-10-12 1947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5" y="2082018"/>
            <a:ext cx="8736036" cy="45438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1E4FF5-BB1E-456C-AE2D-8FBCD0AB9634}"/>
              </a:ext>
            </a:extLst>
          </p:cNvPr>
          <p:cNvSpPr txBox="1"/>
          <p:nvPr/>
        </p:nvSpPr>
        <p:spPr>
          <a:xfrm>
            <a:off x="1" y="632661"/>
            <a:ext cx="7568418" cy="130587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br>
              <a:rPr lang="en-US" sz="2800" b="1" dirty="0"/>
            </a:br>
            <a:endParaRPr lang="en-US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970DC-0A4C-4622-A53F-5DEE0D74CA83}"/>
              </a:ext>
            </a:extLst>
          </p:cNvPr>
          <p:cNvSpPr txBox="1"/>
          <p:nvPr/>
        </p:nvSpPr>
        <p:spPr>
          <a:xfrm>
            <a:off x="351692" y="948446"/>
            <a:ext cx="70619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Automobiles Sales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127</TotalTime>
  <Words>479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Times New Roman</vt:lpstr>
      <vt:lpstr>Trebuchet MS</vt:lpstr>
      <vt:lpstr>Wingdings</vt:lpstr>
      <vt:lpstr>Berlin</vt:lpstr>
      <vt:lpstr>Automobile Sales Dashboard (2010–2024)</vt:lpstr>
      <vt:lpstr>What is Power BI?</vt:lpstr>
      <vt:lpstr>Power BI – Key Features &amp; Specifications</vt:lpstr>
      <vt:lpstr>Project Overview</vt:lpstr>
      <vt:lpstr>Dataset Summary</vt:lpstr>
      <vt:lpstr>Power BI Dashboard Overview</vt:lpstr>
      <vt:lpstr>Key Insights</vt:lpstr>
      <vt:lpstr>Trends and Patterns</vt:lpstr>
      <vt:lpstr>Recommendations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Project: Automobile Sales Dashboard (2010–2024)</dc:title>
  <dc:subject/>
  <dc:creator>WINDOWS 10</dc:creator>
  <cp:keywords/>
  <dc:description>generated using python-pptx</dc:description>
  <cp:lastModifiedBy>KANAGARAJ K</cp:lastModifiedBy>
  <cp:revision>14</cp:revision>
  <dcterms:created xsi:type="dcterms:W3CDTF">2013-01-27T09:14:16Z</dcterms:created>
  <dcterms:modified xsi:type="dcterms:W3CDTF">2025-10-13T04:31:25Z</dcterms:modified>
  <cp:category/>
</cp:coreProperties>
</file>